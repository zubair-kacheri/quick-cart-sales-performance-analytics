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66" d="100"/>
          <a:sy n="66" d="100"/>
        </p:scale>
        <p:origin x="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2056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003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8743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41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0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40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171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33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88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31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3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064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5413602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Quick </a:t>
            </a:r>
            <a:r>
              <a:rPr lang="en-IN" sz="4000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Cart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To conduct a comprehensive analysis of Quick Cart 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/>
                </a:solidFill>
                <a:highlight>
                  <a:srgbClr val="000000"/>
                </a:highlight>
                <a:latin typeface="Aptos" panose="020B000402020202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5572075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defPPr>
              <a:defRPr lang="en-US"/>
            </a:defPPr>
            <a:lvl1pPr indent="0">
              <a:defRPr sz="40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IN" dirty="0"/>
              <a:t>Quick </a:t>
            </a:r>
            <a:r>
              <a:rPr lang="en-IN" dirty="0">
                <a:solidFill>
                  <a:srgbClr val="92D050"/>
                </a:solidFill>
              </a:rPr>
              <a:t>Cart </a:t>
            </a:r>
            <a:r>
              <a:rPr lang="en-IN" dirty="0"/>
              <a:t> 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18077" y="157043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/>
                </a:solidFill>
                <a:highlight>
                  <a:srgbClr val="000000"/>
                </a:highlight>
                <a:latin typeface="Aptos" panose="020B000402020202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970778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	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	</a:t>
            </a: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	</a:t>
            </a: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	</a:t>
            </a: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1" y="1190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Quick </a:t>
            </a:r>
            <a:r>
              <a:rPr lang="en-IN" sz="4000" dirty="0">
                <a:solidFill>
                  <a:srgbClr val="92D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Cart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/>
                </a:solidFill>
                <a:highlight>
                  <a:srgbClr val="000000"/>
                </a:highlight>
                <a:latin typeface="Aptos" panose="020B000402020202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	</a:t>
            </a: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	</a:t>
            </a: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solidFill>
                  <a:schemeClr val="bg1"/>
                </a:solidFill>
                <a:latin typeface="Aptos" panose="020B0004020202020204" pitchFamily="34" charset="0"/>
              </a:rPr>
              <a:t>	</a:t>
            </a: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Override1.xml><?xml version="1.0" encoding="utf-8"?>
<a:themeOverride xmlns:a="http://schemas.openxmlformats.org/drawingml/2006/main">
  <a:clrScheme name="View">
    <a:dk1>
      <a:srgbClr val="000000"/>
    </a:dk1>
    <a:lt1>
      <a:srgbClr val="FFFFFF"/>
    </a:lt1>
    <a:dk2>
      <a:srgbClr val="46464A"/>
    </a:dk2>
    <a:lt2>
      <a:srgbClr val="D6D3CC"/>
    </a:lt2>
    <a:accent1>
      <a:srgbClr val="6F6F74"/>
    </a:accent1>
    <a:accent2>
      <a:srgbClr val="92A9B9"/>
    </a:accent2>
    <a:accent3>
      <a:srgbClr val="A7B789"/>
    </a:accent3>
    <a:accent4>
      <a:srgbClr val="B9A489"/>
    </a:accent4>
    <a:accent5>
      <a:srgbClr val="8D6374"/>
    </a:accent5>
    <a:accent6>
      <a:srgbClr val="9B7362"/>
    </a:accent6>
    <a:hlink>
      <a:srgbClr val="67AABF"/>
    </a:hlink>
    <a:folHlink>
      <a:srgbClr val="ABAFA5"/>
    </a:folHlink>
  </a:clrScheme>
</a:themeOverride>
</file>

<file path=ppt/theme/themeOverride2.xml><?xml version="1.0" encoding="utf-8"?>
<a:themeOverride xmlns:a="http://schemas.openxmlformats.org/drawingml/2006/main">
  <a:clrScheme name="View">
    <a:dk1>
      <a:srgbClr val="000000"/>
    </a:dk1>
    <a:lt1>
      <a:srgbClr val="FFFFFF"/>
    </a:lt1>
    <a:dk2>
      <a:srgbClr val="46464A"/>
    </a:dk2>
    <a:lt2>
      <a:srgbClr val="D6D3CC"/>
    </a:lt2>
    <a:accent1>
      <a:srgbClr val="6F6F74"/>
    </a:accent1>
    <a:accent2>
      <a:srgbClr val="92A9B9"/>
    </a:accent2>
    <a:accent3>
      <a:srgbClr val="A7B789"/>
    </a:accent3>
    <a:accent4>
      <a:srgbClr val="B9A489"/>
    </a:accent4>
    <a:accent5>
      <a:srgbClr val="8D6374"/>
    </a:accent5>
    <a:accent6>
      <a:srgbClr val="9B7362"/>
    </a:accent6>
    <a:hlink>
      <a:srgbClr val="67AABF"/>
    </a:hlink>
    <a:folHlink>
      <a:srgbClr val="ABAF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401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Arial Rounded MT Bold</vt:lpstr>
      <vt:lpstr>Century Schoolbook</vt:lpstr>
      <vt:lpstr>Segoe UI Black</vt:lpstr>
      <vt:lpstr>Wingdings 2</vt:lpstr>
      <vt:lpstr>View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Zubair 07</cp:lastModifiedBy>
  <cp:revision>13</cp:revision>
  <dcterms:created xsi:type="dcterms:W3CDTF">2024-06-24T12:27:37Z</dcterms:created>
  <dcterms:modified xsi:type="dcterms:W3CDTF">2026-01-05T14:17:57Z</dcterms:modified>
</cp:coreProperties>
</file>